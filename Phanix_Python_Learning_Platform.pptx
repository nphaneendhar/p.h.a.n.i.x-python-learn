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12CCD3-7242-40F2-A97E-C4BE316C1C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F2AADC-DC69-4388-A30D-049206DED7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240E26C-8671-4FCE-85DF-9A173DB4A51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52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414000" cy="6858000"/>
          </a:xfrm>
          <a:prstGeom prst="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414000" y="0"/>
            <a:ext cx="57600" cy="6858000"/>
          </a:xfrm>
          <a:prstGeom prst="rect">
            <a:avLst/>
          </a:prstGeom>
          <a:solidFill>
            <a:srgbClr val="37D5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810000" y="954000"/>
            <a:ext cx="1188000" cy="11880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5" name=""/>
          <p:cNvSpPr txBox="1"/>
          <p:nvPr/>
        </p:nvSpPr>
        <p:spPr>
          <a:xfrm>
            <a:off x="2304000" y="1062000"/>
            <a:ext cx="6480000" cy="39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304000" y="1422000"/>
            <a:ext cx="7920000" cy="12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322000" y="2808000"/>
            <a:ext cx="7020000" cy="41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2322000" y="3618000"/>
            <a:ext cx="2340000" cy="342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2484000" y="3718800"/>
            <a:ext cx="2016000" cy="10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322000" y="4284000"/>
            <a:ext cx="6840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2322000" y="5940000"/>
            <a:ext cx="2160000" cy="16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52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0" y="0"/>
            <a:ext cx="12192120" cy="75600"/>
          </a:xfrm>
          <a:prstGeom prst="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30600" rIns="90000" bIns="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22000" y="234000"/>
            <a:ext cx="5400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0836000" y="234000"/>
            <a:ext cx="576000" cy="21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22000" y="630000"/>
            <a:ext cx="10440000" cy="45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22000" y="1108800"/>
            <a:ext cx="1051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22000" y="6444000"/>
            <a:ext cx="11148120" cy="16200"/>
          </a:xfrm>
          <a:prstGeom prst="rect">
            <a:avLst/>
          </a:prstGeom>
          <a:solidFill>
            <a:srgbClr val="244263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22000" y="1656000"/>
            <a:ext cx="3384000" cy="1404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522000" y="1656000"/>
            <a:ext cx="39600" cy="1404000"/>
          </a:xfrm>
          <a:prstGeom prst="roundRect">
            <a:avLst/>
          </a:prstGeom>
          <a:solidFill>
            <a:srgbClr val="37D5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20000" y="1807200"/>
            <a:ext cx="3060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20000" y="2088000"/>
            <a:ext cx="306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4392000" y="1656000"/>
            <a:ext cx="3384000" cy="1404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4392000" y="1656000"/>
            <a:ext cx="39600" cy="1404000"/>
          </a:xfrm>
          <a:prstGeom prst="roundRect">
            <a:avLst/>
          </a:prstGeom>
          <a:solidFill>
            <a:srgbClr val="38D996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590000" y="1807200"/>
            <a:ext cx="3060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590000" y="2088000"/>
            <a:ext cx="306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8262000" y="1656000"/>
            <a:ext cx="3384000" cy="1404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8262000" y="1656000"/>
            <a:ext cx="39600" cy="1404000"/>
          </a:xfrm>
          <a:prstGeom prst="roundRect">
            <a:avLst/>
          </a:prstGeom>
          <a:solidFill>
            <a:srgbClr val="9A7B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8460000" y="1807200"/>
            <a:ext cx="3060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8460000" y="2088000"/>
            <a:ext cx="306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22000" y="5148000"/>
            <a:ext cx="10800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52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75600"/>
          </a:xfrm>
          <a:prstGeom prst="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30600" rIns="90000" bIns="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22000" y="234000"/>
            <a:ext cx="5400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0836000" y="234000"/>
            <a:ext cx="576000" cy="21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22000" y="630000"/>
            <a:ext cx="10440000" cy="45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22000" y="1108800"/>
            <a:ext cx="1051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22000" y="6444000"/>
            <a:ext cx="11148120" cy="16200"/>
          </a:xfrm>
          <a:prstGeom prst="rect">
            <a:avLst/>
          </a:prstGeom>
          <a:solidFill>
            <a:srgbClr val="244263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522000" y="2052000"/>
            <a:ext cx="1908000" cy="1368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684000" y="2214000"/>
            <a:ext cx="306000" cy="306000"/>
          </a:xfrm>
          <a:prstGeom prst="round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84000" y="2275200"/>
            <a:ext cx="306000" cy="93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84000" y="2664000"/>
            <a:ext cx="144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84000" y="2934000"/>
            <a:ext cx="1476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2466000" y="2736000"/>
            <a:ext cx="180000" cy="0"/>
          </a:xfrm>
          <a:prstGeom prst="line">
            <a:avLst/>
          </a:prstGeom>
          <a:ln w="39600">
            <a:solidFill>
              <a:srgbClr val="37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720" tIns="-45720" rIns="90720" bIns="-45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2826000" y="2052000"/>
            <a:ext cx="1908000" cy="1368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2988000" y="2214000"/>
            <a:ext cx="306000" cy="306000"/>
          </a:xfrm>
          <a:prstGeom prst="round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2988000" y="2275200"/>
            <a:ext cx="306000" cy="93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988000" y="2664000"/>
            <a:ext cx="144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988000" y="2934000"/>
            <a:ext cx="1476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770000" y="2736000"/>
            <a:ext cx="180000" cy="0"/>
          </a:xfrm>
          <a:prstGeom prst="line">
            <a:avLst/>
          </a:prstGeom>
          <a:ln w="39600">
            <a:solidFill>
              <a:srgbClr val="37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720" tIns="-45720" rIns="90720" bIns="-45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130000" y="2052000"/>
            <a:ext cx="1908000" cy="1368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292000" y="2214000"/>
            <a:ext cx="306000" cy="306000"/>
          </a:xfrm>
          <a:prstGeom prst="round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292000" y="2275200"/>
            <a:ext cx="306000" cy="93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292000" y="2664000"/>
            <a:ext cx="144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292000" y="2934000"/>
            <a:ext cx="1476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7074000" y="2736000"/>
            <a:ext cx="180000" cy="0"/>
          </a:xfrm>
          <a:prstGeom prst="line">
            <a:avLst/>
          </a:prstGeom>
          <a:ln w="39600">
            <a:solidFill>
              <a:srgbClr val="37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720" tIns="-45720" rIns="90720" bIns="-45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434000" y="2052000"/>
            <a:ext cx="1908000" cy="1368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596000" y="2214000"/>
            <a:ext cx="306000" cy="306000"/>
          </a:xfrm>
          <a:prstGeom prst="roundRect">
            <a:avLst/>
          </a:prstGeom>
          <a:solidFill>
            <a:srgbClr val="38D996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7596000" y="2275200"/>
            <a:ext cx="306000" cy="93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596000" y="2664000"/>
            <a:ext cx="144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7596000" y="2934000"/>
            <a:ext cx="1476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9378000" y="2736000"/>
            <a:ext cx="180000" cy="0"/>
          </a:xfrm>
          <a:prstGeom prst="line">
            <a:avLst/>
          </a:prstGeom>
          <a:ln w="39600">
            <a:solidFill>
              <a:srgbClr val="37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720" tIns="-45720" rIns="90720" bIns="-45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9738000" y="2052000"/>
            <a:ext cx="1908000" cy="1368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9900000" y="2214000"/>
            <a:ext cx="306000" cy="306000"/>
          </a:xfrm>
          <a:prstGeom prst="roundRect">
            <a:avLst/>
          </a:prstGeom>
          <a:solidFill>
            <a:srgbClr val="38D996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9900000" y="2275200"/>
            <a:ext cx="306000" cy="93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9900000" y="2664000"/>
            <a:ext cx="144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9900000" y="2934000"/>
            <a:ext cx="1476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900000" y="4860000"/>
            <a:ext cx="10440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52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12192120" cy="75600"/>
          </a:xfrm>
          <a:prstGeom prst="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30600" rIns="90000" bIns="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522000" y="234000"/>
            <a:ext cx="5400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0836000" y="234000"/>
            <a:ext cx="576000" cy="21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22000" y="630000"/>
            <a:ext cx="10440000" cy="45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22000" y="1108800"/>
            <a:ext cx="1051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22000" y="6444000"/>
            <a:ext cx="11148120" cy="16200"/>
          </a:xfrm>
          <a:prstGeom prst="rect">
            <a:avLst/>
          </a:prstGeom>
          <a:solidFill>
            <a:srgbClr val="244263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48000" y="1800000"/>
            <a:ext cx="2736000" cy="1728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48000" y="1800000"/>
            <a:ext cx="39600" cy="1728000"/>
          </a:xfrm>
          <a:prstGeom prst="roundRect">
            <a:avLst/>
          </a:prstGeom>
          <a:solidFill>
            <a:srgbClr val="37D5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46000" y="1951200"/>
            <a:ext cx="2412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46000" y="2232000"/>
            <a:ext cx="2412000" cy="12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716000" y="1800000"/>
            <a:ext cx="2736000" cy="1728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4716000" y="1800000"/>
            <a:ext cx="39600" cy="1728000"/>
          </a:xfrm>
          <a:prstGeom prst="round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914000" y="1951200"/>
            <a:ext cx="2412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914000" y="2232000"/>
            <a:ext cx="2412000" cy="12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8784000" y="1800000"/>
            <a:ext cx="2736000" cy="1728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8784000" y="1800000"/>
            <a:ext cx="39600" cy="1728000"/>
          </a:xfrm>
          <a:prstGeom prst="roundRect">
            <a:avLst/>
          </a:prstGeom>
          <a:solidFill>
            <a:srgbClr val="38D996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982000" y="1951200"/>
            <a:ext cx="2412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982000" y="2232000"/>
            <a:ext cx="2412000" cy="12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384000" y="2664000"/>
            <a:ext cx="1296000" cy="0"/>
          </a:xfrm>
          <a:prstGeom prst="line">
            <a:avLst/>
          </a:prstGeom>
          <a:ln w="57600">
            <a:solidFill>
              <a:srgbClr val="37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tIns="-54720" rIns="99720" bIns="-54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7452000" y="2664000"/>
            <a:ext cx="1296000" cy="0"/>
          </a:xfrm>
          <a:prstGeom prst="line">
            <a:avLst/>
          </a:prstGeom>
          <a:ln w="57600">
            <a:solidFill>
              <a:srgbClr val="37D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tIns="-54720" rIns="99720" bIns="-54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576000" y="4950000"/>
            <a:ext cx="11052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52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0"/>
            <a:ext cx="12192120" cy="75600"/>
          </a:xfrm>
          <a:prstGeom prst="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30600" rIns="90000" bIns="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22000" y="234000"/>
            <a:ext cx="5400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0836000" y="234000"/>
            <a:ext cx="576000" cy="21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22000" y="630000"/>
            <a:ext cx="10440000" cy="45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22000" y="1108800"/>
            <a:ext cx="1051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22000" y="6444000"/>
            <a:ext cx="11148120" cy="16200"/>
          </a:xfrm>
          <a:prstGeom prst="rect">
            <a:avLst/>
          </a:prstGeom>
          <a:solidFill>
            <a:srgbClr val="244263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22000" y="1602000"/>
            <a:ext cx="3492000" cy="1260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22000" y="1602000"/>
            <a:ext cx="39600" cy="1260000"/>
          </a:xfrm>
          <a:prstGeom prst="roundRect">
            <a:avLst/>
          </a:prstGeom>
          <a:solidFill>
            <a:srgbClr val="37D5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20000" y="1753200"/>
            <a:ext cx="3168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20000" y="2034000"/>
            <a:ext cx="3168000" cy="75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392000" y="1602000"/>
            <a:ext cx="3492000" cy="1260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4392000" y="1602000"/>
            <a:ext cx="39600" cy="1260000"/>
          </a:xfrm>
          <a:prstGeom prst="roundRect">
            <a:avLst/>
          </a:prstGeom>
          <a:solidFill>
            <a:srgbClr val="38D996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590000" y="1753200"/>
            <a:ext cx="3168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590000" y="2034000"/>
            <a:ext cx="3168000" cy="75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8262000" y="1602000"/>
            <a:ext cx="3492000" cy="1260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8262000" y="1602000"/>
            <a:ext cx="39600" cy="1260000"/>
          </a:xfrm>
          <a:prstGeom prst="roundRect">
            <a:avLst/>
          </a:prstGeom>
          <a:solidFill>
            <a:srgbClr val="FFB454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8460000" y="1753200"/>
            <a:ext cx="3168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8460000" y="2034000"/>
            <a:ext cx="3168000" cy="75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522000" y="3186000"/>
            <a:ext cx="3492000" cy="1260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22000" y="3186000"/>
            <a:ext cx="39600" cy="1260000"/>
          </a:xfrm>
          <a:prstGeom prst="roundRect">
            <a:avLst/>
          </a:prstGeom>
          <a:solidFill>
            <a:srgbClr val="9A7B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720000" y="3337200"/>
            <a:ext cx="3168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720000" y="3618000"/>
            <a:ext cx="3168000" cy="75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4392000" y="3186000"/>
            <a:ext cx="3492000" cy="1260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4392000" y="3186000"/>
            <a:ext cx="39600" cy="1260000"/>
          </a:xfrm>
          <a:prstGeom prst="round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590000" y="3337200"/>
            <a:ext cx="3168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4590000" y="3618000"/>
            <a:ext cx="3168000" cy="75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8262000" y="3186000"/>
            <a:ext cx="3492000" cy="1260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8262000" y="3186000"/>
            <a:ext cx="39600" cy="1260000"/>
          </a:xfrm>
          <a:prstGeom prst="roundRect">
            <a:avLst/>
          </a:prstGeom>
          <a:solidFill>
            <a:srgbClr val="37D5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460000" y="3337200"/>
            <a:ext cx="3168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8460000" y="3618000"/>
            <a:ext cx="3168000" cy="75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52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75600"/>
          </a:xfrm>
          <a:prstGeom prst="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30600" rIns="90000" bIns="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22000" y="234000"/>
            <a:ext cx="5400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0836000" y="234000"/>
            <a:ext cx="576000" cy="21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22000" y="630000"/>
            <a:ext cx="10440000" cy="45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22000" y="1108800"/>
            <a:ext cx="1051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522000" y="6444000"/>
            <a:ext cx="11148120" cy="16200"/>
          </a:xfrm>
          <a:prstGeom prst="rect">
            <a:avLst/>
          </a:prstGeom>
          <a:solidFill>
            <a:srgbClr val="244263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76000" y="1764000"/>
            <a:ext cx="3528000" cy="2340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576000" y="1764000"/>
            <a:ext cx="39600" cy="2340000"/>
          </a:xfrm>
          <a:prstGeom prst="roundRect">
            <a:avLst/>
          </a:prstGeom>
          <a:solidFill>
            <a:srgbClr val="38D996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774000" y="1915200"/>
            <a:ext cx="3204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74000" y="2196000"/>
            <a:ext cx="3204000" cy="183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4536000" y="1764000"/>
            <a:ext cx="3528000" cy="2340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4536000" y="1764000"/>
            <a:ext cx="39600" cy="2340000"/>
          </a:xfrm>
          <a:prstGeom prst="roundRect">
            <a:avLst/>
          </a:prstGeom>
          <a:solidFill>
            <a:srgbClr val="37D5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4734000" y="1915200"/>
            <a:ext cx="3204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4734000" y="2196000"/>
            <a:ext cx="3204000" cy="183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8496000" y="1764000"/>
            <a:ext cx="2952000" cy="2340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8496000" y="1764000"/>
            <a:ext cx="39600" cy="2340000"/>
          </a:xfrm>
          <a:prstGeom prst="roundRect">
            <a:avLst/>
          </a:prstGeom>
          <a:solidFill>
            <a:srgbClr val="FFB454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8694000" y="1915200"/>
            <a:ext cx="2628000" cy="208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8694000" y="2196000"/>
            <a:ext cx="2628000" cy="183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936000" y="5220000"/>
            <a:ext cx="10296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52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12192120" cy="75600"/>
          </a:xfrm>
          <a:prstGeom prst="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30600" rIns="90000" bIns="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22000" y="234000"/>
            <a:ext cx="5400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0836000" y="234000"/>
            <a:ext cx="576000" cy="21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22000" y="630000"/>
            <a:ext cx="10440000" cy="45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22000" y="1108800"/>
            <a:ext cx="1051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522000" y="6444000"/>
            <a:ext cx="11148120" cy="16200"/>
          </a:xfrm>
          <a:prstGeom prst="rect">
            <a:avLst/>
          </a:prstGeom>
          <a:solidFill>
            <a:srgbClr val="244263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522000" y="1584000"/>
            <a:ext cx="5148000" cy="972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84000" y="1771200"/>
            <a:ext cx="223200" cy="223200"/>
          </a:xfrm>
          <a:prstGeom prst="roundRect">
            <a:avLst/>
          </a:prstGeom>
          <a:solidFill>
            <a:srgbClr val="37D5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84000" y="1832400"/>
            <a:ext cx="223200" cy="79200"/>
          </a:xfrm>
          <a:prstGeom prst="rect">
            <a:avLst/>
          </a:prstGeom>
          <a:noFill/>
          <a:ln w="38160">
            <a:noFill/>
          </a:ln>
        </p:spPr>
        <p:txBody>
          <a:bodyPr lIns="90000" tIns="34200" rIns="90000" bIns="342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044000" y="1764000"/>
            <a:ext cx="4248000" cy="1584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044000" y="2005200"/>
            <a:ext cx="41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192000" y="1584000"/>
            <a:ext cx="5148000" cy="972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6354000" y="1771200"/>
            <a:ext cx="223200" cy="223200"/>
          </a:xfrm>
          <a:prstGeom prst="roundRect">
            <a:avLst/>
          </a:prstGeom>
          <a:solidFill>
            <a:srgbClr val="38D996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354000" y="1832400"/>
            <a:ext cx="223200" cy="79200"/>
          </a:xfrm>
          <a:prstGeom prst="rect">
            <a:avLst/>
          </a:prstGeom>
          <a:noFill/>
          <a:ln w="38160">
            <a:noFill/>
          </a:ln>
        </p:spPr>
        <p:txBody>
          <a:bodyPr lIns="90000" tIns="34200" rIns="90000" bIns="342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6714000" y="1764000"/>
            <a:ext cx="4248000" cy="1584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714000" y="2005200"/>
            <a:ext cx="41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522000" y="2844000"/>
            <a:ext cx="5148000" cy="972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84000" y="3031200"/>
            <a:ext cx="223200" cy="223200"/>
          </a:xfrm>
          <a:prstGeom prst="roundRect">
            <a:avLst/>
          </a:prstGeom>
          <a:solidFill>
            <a:srgbClr val="37D5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84000" y="3092400"/>
            <a:ext cx="223200" cy="79200"/>
          </a:xfrm>
          <a:prstGeom prst="rect">
            <a:avLst/>
          </a:prstGeom>
          <a:noFill/>
          <a:ln w="38160">
            <a:noFill/>
          </a:ln>
        </p:spPr>
        <p:txBody>
          <a:bodyPr lIns="90000" tIns="34200" rIns="90000" bIns="342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044000" y="3024000"/>
            <a:ext cx="4248000" cy="1584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044000" y="3265200"/>
            <a:ext cx="41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192000" y="2844000"/>
            <a:ext cx="5148000" cy="972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354000" y="3031200"/>
            <a:ext cx="223200" cy="223200"/>
          </a:xfrm>
          <a:prstGeom prst="roundRect">
            <a:avLst/>
          </a:prstGeom>
          <a:solidFill>
            <a:srgbClr val="38D996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6354000" y="3092400"/>
            <a:ext cx="223200" cy="79200"/>
          </a:xfrm>
          <a:prstGeom prst="rect">
            <a:avLst/>
          </a:prstGeom>
          <a:noFill/>
          <a:ln w="38160">
            <a:noFill/>
          </a:ln>
        </p:spPr>
        <p:txBody>
          <a:bodyPr lIns="90000" tIns="34200" rIns="90000" bIns="342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6714000" y="3024000"/>
            <a:ext cx="4248000" cy="1584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714000" y="3265200"/>
            <a:ext cx="41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522000" y="4104000"/>
            <a:ext cx="5148000" cy="972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84000" y="4291200"/>
            <a:ext cx="223200" cy="223200"/>
          </a:xfrm>
          <a:prstGeom prst="roundRect">
            <a:avLst/>
          </a:prstGeom>
          <a:solidFill>
            <a:srgbClr val="37D5FF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684000" y="4352400"/>
            <a:ext cx="223200" cy="79200"/>
          </a:xfrm>
          <a:prstGeom prst="rect">
            <a:avLst/>
          </a:prstGeom>
          <a:noFill/>
          <a:ln w="38160">
            <a:noFill/>
          </a:ln>
        </p:spPr>
        <p:txBody>
          <a:bodyPr lIns="90000" tIns="34200" rIns="90000" bIns="342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044000" y="4284000"/>
            <a:ext cx="4248000" cy="1584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044000" y="4525200"/>
            <a:ext cx="41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192000" y="4104000"/>
            <a:ext cx="5148000" cy="972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354000" y="4291200"/>
            <a:ext cx="223200" cy="223200"/>
          </a:xfrm>
          <a:prstGeom prst="roundRect">
            <a:avLst/>
          </a:prstGeom>
          <a:solidFill>
            <a:srgbClr val="38D996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354000" y="4352400"/>
            <a:ext cx="223200" cy="79200"/>
          </a:xfrm>
          <a:prstGeom prst="rect">
            <a:avLst/>
          </a:prstGeom>
          <a:noFill/>
          <a:ln w="38160">
            <a:noFill/>
          </a:ln>
        </p:spPr>
        <p:txBody>
          <a:bodyPr lIns="90000" tIns="34200" rIns="90000" bIns="342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6714000" y="4284000"/>
            <a:ext cx="4248000" cy="1584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6714000" y="4525200"/>
            <a:ext cx="414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52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0" y="0"/>
            <a:ext cx="12192120" cy="75600"/>
          </a:xfrm>
          <a:prstGeom prst="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30600" rIns="90000" bIns="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522000" y="234000"/>
            <a:ext cx="5400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0836000" y="234000"/>
            <a:ext cx="576000" cy="21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522000" y="630000"/>
            <a:ext cx="10440000" cy="45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522000" y="1108800"/>
            <a:ext cx="1051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522000" y="6444000"/>
            <a:ext cx="11148120" cy="16200"/>
          </a:xfrm>
          <a:prstGeom prst="rect">
            <a:avLst/>
          </a:prstGeom>
          <a:solidFill>
            <a:srgbClr val="244263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12000" y="2160000"/>
            <a:ext cx="2412000" cy="1476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792000" y="2394000"/>
            <a:ext cx="2016000" cy="12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92000" y="2646000"/>
            <a:ext cx="2016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92000" y="2988000"/>
            <a:ext cx="2016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3024000" y="2898000"/>
            <a:ext cx="378000" cy="0"/>
          </a:xfrm>
          <a:prstGeom prst="line">
            <a:avLst/>
          </a:prstGeom>
          <a:ln w="46800">
            <a:solidFill>
              <a:srgbClr val="17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456000" y="2160000"/>
            <a:ext cx="2412000" cy="1476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3636000" y="2394000"/>
            <a:ext cx="2016000" cy="12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3636000" y="2646000"/>
            <a:ext cx="2016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636000" y="2988000"/>
            <a:ext cx="2016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5868000" y="2898000"/>
            <a:ext cx="378000" cy="0"/>
          </a:xfrm>
          <a:prstGeom prst="line">
            <a:avLst/>
          </a:prstGeom>
          <a:ln w="46800">
            <a:solidFill>
              <a:srgbClr val="17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6300000" y="2160000"/>
            <a:ext cx="2412000" cy="1476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480000" y="2394000"/>
            <a:ext cx="2016000" cy="12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480000" y="2646000"/>
            <a:ext cx="2016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6480000" y="2988000"/>
            <a:ext cx="2016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8712000" y="2898000"/>
            <a:ext cx="378000" cy="0"/>
          </a:xfrm>
          <a:prstGeom prst="line">
            <a:avLst/>
          </a:prstGeom>
          <a:ln w="46800">
            <a:solidFill>
              <a:srgbClr val="17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tIns="-49320" rIns="94320" bIns="-493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9144000" y="2160000"/>
            <a:ext cx="2412000" cy="1476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9324000" y="2394000"/>
            <a:ext cx="2016000" cy="12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9324000" y="2646000"/>
            <a:ext cx="2016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9324000" y="2988000"/>
            <a:ext cx="2016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12000" y="5112000"/>
            <a:ext cx="1098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7152B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0" y="0"/>
            <a:ext cx="12192120" cy="75600"/>
          </a:xfrm>
          <a:prstGeom prst="rect">
            <a:avLst/>
          </a:prstGeom>
          <a:solidFill>
            <a:srgbClr val="178BFF"/>
          </a:solidFill>
          <a:ln w="38160">
            <a:noFill/>
          </a:ln>
        </p:spPr>
        <p:txBody>
          <a:bodyPr lIns="90000" tIns="30600" rIns="90000" bIns="306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22000" y="234000"/>
            <a:ext cx="5400000" cy="23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0836000" y="234000"/>
            <a:ext cx="576000" cy="21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522000" y="630000"/>
            <a:ext cx="10440000" cy="45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522000" y="1108800"/>
            <a:ext cx="10512000" cy="2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522000" y="6444000"/>
            <a:ext cx="11148120" cy="16200"/>
          </a:xfrm>
          <a:prstGeom prst="rect">
            <a:avLst/>
          </a:prstGeom>
          <a:solidFill>
            <a:srgbClr val="244263"/>
          </a:solidFill>
          <a:ln w="38160">
            <a:noFill/>
          </a:ln>
        </p:spPr>
        <p:txBody>
          <a:bodyPr lIns="90000" tIns="-28800" rIns="90000" bIns="-288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900000" y="1800000"/>
            <a:ext cx="10368000" cy="2448000"/>
          </a:xfrm>
          <a:prstGeom prst="roundRect">
            <a:avLst/>
          </a:prstGeom>
          <a:solidFill>
            <a:srgbClr val="102647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440000" y="2232000"/>
            <a:ext cx="1800000" cy="14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3888000" y="2232000"/>
            <a:ext cx="1800000" cy="14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6336000" y="2232000"/>
            <a:ext cx="1800000" cy="14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8784000" y="2232000"/>
            <a:ext cx="1800000" cy="14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440000" y="2556000"/>
            <a:ext cx="180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3888000" y="2556000"/>
            <a:ext cx="180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6336000" y="2556000"/>
            <a:ext cx="180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8784000" y="2556000"/>
            <a:ext cx="1800000" cy="1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512000" y="3528000"/>
            <a:ext cx="9180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4680000" y="5328000"/>
            <a:ext cx="2880000" cy="27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LibreOffice_project/e34ffb33db0c92181c79084d759a90d6bf45d9b3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2026-09-10T21:14:32Z</dcterms:created>
  <dc:creator/>
  <dc:description/>
  <dc:language>en-US</dc:language>
  <cp:lastModifiedBy/>
  <dcterms:modified xsi:type="dcterms:W3CDTF">2026-09-10T21:14:33Z</dcterms:modified>
  <cp:revision>1</cp:revision>
  <dc:subject/>
  <dc:title/>
</cp:coreProperties>
</file>